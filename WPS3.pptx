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6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zh-CN"/>
              <a:t>生活就像海洋,</a:t>
            </a:r>
            <a:br>
              <a:rPr lang="zh-CN" altLang="zh-CN"/>
            </a:br>
            <a:r>
              <a:rPr lang="zh-CN" altLang="zh-CN"/>
              <a:t>只有意志坚强的人,</a:t>
            </a:r>
            <a:br>
              <a:rPr lang="zh-CN" altLang="zh-CN"/>
            </a:br>
            <a:r>
              <a:rPr lang="zh-CN" altLang="zh-CN"/>
              <a:t>才能到达彼岸！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COMMONDATA" val="eyJoZGlkIjoiNDZhM2NmYjA1YmVjMDZiN2UwZTVhMDRmYjUxNzJlZj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Administrator</cp:lastModifiedBy>
  <cp:revision>155</cp:revision>
  <dcterms:created xsi:type="dcterms:W3CDTF">2019-06-19T02:08:00Z</dcterms:created>
  <dcterms:modified xsi:type="dcterms:W3CDTF">2024-06-07T07:08:04Z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366C27E679B4499D83178493169AE390_11</vt:lpwstr>
  </property>
</Properties>
</file>